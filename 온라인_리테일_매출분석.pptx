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9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46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리테일 재구매 분석 &amp; 타겟팅 전략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bg1"/>
                </a:solidFill>
              </a:rPr>
              <a:t>데이터 분석</a:t>
            </a:r>
            <a:r>
              <a:rPr lang="en-US" altLang="ko-KR" sz="1600" dirty="0">
                <a:solidFill>
                  <a:schemeClr val="bg1"/>
                </a:solidFill>
              </a:rPr>
              <a:t>5</a:t>
            </a:r>
            <a:r>
              <a:rPr lang="ko-KR" altLang="en-US" sz="1600" dirty="0">
                <a:solidFill>
                  <a:schemeClr val="bg1"/>
                </a:solidFill>
              </a:rPr>
              <a:t>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ko-KR" altLang="en-US" sz="1600" dirty="0">
                <a:solidFill>
                  <a:schemeClr val="bg1"/>
                </a:solidFill>
              </a:rPr>
              <a:t>정영웅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62636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문제 정의 &amp; 분석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답해야 할 질문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→ 재구매 구조 → 예측 → 매출 상승 타겟팅까지 한 번에 연결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세그먼트는 어떻게 나눌 수 있는가?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재구매 패턴은 어떤 구조를 가지는가?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재구매를 예측할 수 있는가?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고객을 타겟팅해야 매출이 증가하는가?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148072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9456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분석 목표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4690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기반 추천 알고리즘 설계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/프로모션으로 재구매 유도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시간대 타겟팅(발송 타이밍)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9087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산출물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RFM/코호트/환불 인사이트 + 30일 재구매 예측 베이스라인 + 타겟팅 플레이북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데이터 구조 파악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스냅샷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주문(Invoice) 단위 → 고객 단위로 집계 필요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028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행: 541,909 · 판매(양수) 행: 530,104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고객ID 결측: 24.9% (고객 단위 분석에서 제외)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취소/환불 추정 비중: 2.0% (InvoiceNo='C' 또는 음수 수량)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수: 4,338 · 주문 수(고유 Invoice): 19,960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변수: Revenue = Quantity × UnitPrice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097280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 레벨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828032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주문 단위: 구매 시간대/장바구니/추천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고객 단위: RFM/재구매/쿠폰 타겟팅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상품 단위: 환불 비율/함께 구매(연관) 분석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데이터 전처리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기준(정책)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결과의 신뢰도를 좌우하는 핵심 룰 정의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00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환불/취소 처리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&lt; 0 또는 InvoiceNo가 'C'로 시작 → 환불/취소로 분류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RFM/코호트/모델 학습은 '판매(양수)'만 사용(노이즈 감소)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분석은 별도 지표(RefundAmount)로 유지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148072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9456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결측/파생변수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560320"/>
            <a:ext cx="469087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결측은 고객 단위 분석에서 제외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Quantity × UnitPrice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고객별 구매횟수(Invoice unique), 총매출, 최근 구매일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간격(주문 간 day gap), 상품 다양도(StockCode unique)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EDA: 매출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국가별 매출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국가에 매출이 집중되는 구조 확인</a:t>
            </a:r>
            <a:endParaRPr lang="en-US" sz="1400" dirty="0"/>
          </a:p>
        </p:txBody>
      </p:sp>
      <p:pic>
        <p:nvPicPr>
          <p:cNvPr id="7" name="Image 0" descr="/mnt/data/retail_project/assets/country_revenue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640080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920240"/>
            <a:ext cx="4251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인사이트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0" y="24688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매출 비중: 84.6%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매출(판매): 10,666,685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해외는 규모는 작지만 국가별 환불/리텐션 차이가 큼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우선순위: UK(볼륨) + 고환불 국가(개선) + 성장국(확장)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EDA: 상위 고객 집중도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파레토(매출 집중)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고객군을 타겟팅하면 ROI가 크게 뛴다</a:t>
            </a:r>
            <a:endParaRPr lang="en-US" sz="1400" dirty="0"/>
          </a:p>
        </p:txBody>
      </p:sp>
      <p:pic>
        <p:nvPicPr>
          <p:cNvPr id="7" name="Image 0" descr="/mnt/data/retail_project/assets/pareto_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640080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920240"/>
            <a:ext cx="4251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요약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0" y="24688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매출을 만드는 고객: 1,132명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고객의 26.1%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마케팅은 ‘상위 고객’ + ‘이탈 위험’ 조합이 효율적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EDA: RFM 세그먼트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세그먼트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 가능성/가치 기반으로 고객을 분류</a:t>
            </a:r>
            <a:endParaRPr lang="en-US" sz="1400" dirty="0"/>
          </a:p>
        </p:txBody>
      </p:sp>
      <p:pic>
        <p:nvPicPr>
          <p:cNvPr id="7" name="Image 0" descr="/mnt/data/retail_project/assets/rfm_segment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640080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920240"/>
            <a:ext cx="4251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0" y="24688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Champions: 고객 21.5%가 매출 70.2% 생성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쿠폰: Champions에는 ‘할인’보다 ‘신상품/세트/한정’이 효율적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Attention/Hibernating에는 ‘복귀 쿠폰’ + 개인화 추천이 적합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EDA: 코호트 리텐션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구매 월 기준 리텐션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재구매율이 ‘어느 시점에서’ 꺾이는지 확인</a:t>
            </a:r>
            <a:endParaRPr lang="en-US" sz="1400" dirty="0"/>
          </a:p>
        </p:txBody>
      </p:sp>
      <p:pic>
        <p:nvPicPr>
          <p:cNvPr id="7" name="Image 0" descr="/mnt/data/retail_project/assets/cohort_reten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740664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192024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아이디어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200" y="246888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구매 후 2~3개월 구간에서 리텐션이 크게 갈림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온보딩/첫 재구매 유도 캠페인을 이 구간에 집중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리텐션을 분리하면 ‘개입’ 우선순위가 명확해짐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EDA: 환불 분석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 비율이 높은 국가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환불은 ‘매출 손실 + 운영 비용’의 이중 타격</a:t>
            </a:r>
            <a:endParaRPr lang="en-US" sz="1400" dirty="0"/>
          </a:p>
        </p:txBody>
      </p:sp>
      <p:pic>
        <p:nvPicPr>
          <p:cNvPr id="7" name="Image 0" descr="/mnt/data/retail_project/assets/refund_ratio_country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640080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920240"/>
            <a:ext cx="4251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체크리스트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0" y="24688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물류/배송 리드타임이 긴 국가일수록 환불↑ 여부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특정 상품군/가격대에서 환불↑ 여부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환불 상위 고객군: 악용/오더 오류/품질 이슈 구분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 단계: 상품/고객 교차 분석 + 운영 개선 액션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EDA: 구매 시간대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시간대 타겟팅(발송 타이밍)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구매가 몰리는 시간대에 메시지/쿠폰을 맞춘다</a:t>
            </a:r>
            <a:endParaRPr lang="en-US" sz="1400" dirty="0"/>
          </a:p>
        </p:txBody>
      </p:sp>
      <p:pic>
        <p:nvPicPr>
          <p:cNvPr id="7" name="Image 0" descr="/mnt/data/retail_project/assets/purchase_by_h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722376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920240"/>
            <a:ext cx="34747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75320" y="246888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피크 구매 시간: 12시대(</a:t>
            </a:r>
            <a:r>
              <a:rPr lang="en-US" sz="1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점심~오후</a:t>
            </a: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초반</a:t>
            </a: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실험: (1) 10~11시 (2) 12~13시 (3) 15~16시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시간대가 다를 수 있으니 Champions/At-risk 분리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모델링: 30일 재구매 예측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베이스라인 모델(로지스틱)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라벨: 기준일 이후 30일 이내 재구매 여부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029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변수(예)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RFM(Recency/Frequency/Monetary)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간격(AvgGapDays, StdGapDays)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다양도(UniqueProducts)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 월 수(ActiveMonths)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구매 시간(MostCommonHour)</a:t>
            </a:r>
            <a:endParaRPr lang="en-US" sz="1300" dirty="0"/>
          </a:p>
        </p:txBody>
      </p:sp>
      <p:pic>
        <p:nvPicPr>
          <p:cNvPr id="10" name="Image 0" descr="/mnt/data/retail_project/assets/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920240"/>
            <a:ext cx="3017520" cy="2148840"/>
          </a:xfrm>
          <a:prstGeom prst="rect">
            <a:avLst/>
          </a:prstGeom>
        </p:spPr>
      </p:pic>
      <p:pic>
        <p:nvPicPr>
          <p:cNvPr id="11" name="Image 1" descr="/mnt/data/retail_project/assets/cumulative_ga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920240"/>
            <a:ext cx="2542032" cy="2148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7512" y="4230914"/>
            <a:ext cx="10972800" cy="1874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성능(테스트셋)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14400" y="47548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PR-AUC(AP): 0.642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Lift@Top10%: 2.50× (베이스라인 대비)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타겟 마케팅은 상위 스코어 고객군에 집중할수록 효율↑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XGBoost/LightGBM + 캘리브레이션 + 세그먼트별 모델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9052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타겟팅 전략 &amp; 다음 단계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매출을 올리는 실행안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추천·쿠폰·타이밍을 ‘고객군’에 맞춰 조합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611880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</a:t>
            </a: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장바구니 동시구매(Item-to-Item) 기반 추천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 고객의 ‘다음 구매’ Top-N 추천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추천 슬롯(Champions: 신상품/세트)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611880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</a:t>
            </a: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Attention/Hibernating: 복귀 쿠폰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Champions: 혜택보다 ‘가치’(한정/사은품)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실험: 쿠폰 금액 × 개인화 추천 조합 A/B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319272" cy="4206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14884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514600"/>
            <a:ext cx="286207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피크 시간대 전후로 발송(10~13시) 실험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고객별 주 구매 시간 기반 개인화 발송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요일×시간 heatmap으로 최적 슬롯 확장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6355080"/>
            <a:ext cx="10972800" cy="914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860</Words>
  <Application>Microsoft Office PowerPoint</Application>
  <PresentationFormat>와이드스크린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PDA 05</dc:creator>
  <cp:lastModifiedBy>영웅 정</cp:lastModifiedBy>
  <cp:revision>7</cp:revision>
  <dcterms:created xsi:type="dcterms:W3CDTF">2026-02-20T08:04:44Z</dcterms:created>
  <dcterms:modified xsi:type="dcterms:W3CDTF">2026-04-23T01:31:52Z</dcterms:modified>
</cp:coreProperties>
</file>